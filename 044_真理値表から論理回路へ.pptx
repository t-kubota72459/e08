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122" d="100"/>
          <a:sy n="122" d="100"/>
        </p:scale>
        <p:origin x="128" y="5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AFDFEB0B-1AFE-80D9-0B6A-C67DA4A52A12}"/>
              </a:ext>
            </a:extLst>
          </p:cNvPr>
          <p:cNvSpPr/>
          <p:nvPr/>
        </p:nvSpPr>
        <p:spPr>
          <a:xfrm rot="20700000">
            <a:off x="2844999" y="3454329"/>
            <a:ext cx="9319076" cy="2209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5400" dirty="0">
                <a:latin typeface="Noto Sans CJK JP Black" panose="020B0A00000000000000" pitchFamily="34" charset="-128"/>
                <a:ea typeface="Noto Sans CJK JP Black" panose="020B0A00000000000000" pitchFamily="34" charset="-128"/>
              </a:rPr>
              <a:t>まちがってます</a:t>
            </a:r>
            <a:r>
              <a:rPr kumimoji="1" lang="ja-JP" altLang="en-US" sz="5400" dirty="0">
                <a:latin typeface="M+ 2p black" panose="020B0803020203020204" pitchFamily="50" charset="-128"/>
                <a:ea typeface="M+ 2p black" panose="020B0803020203020204" pitchFamily="50" charset="-128"/>
                <a:cs typeface="M+ 2p black" panose="020B0803020203020204" pitchFamily="50" charset="-128"/>
              </a:rPr>
              <a:t>ｗ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901"/>
            <a:ext cx="16256000" cy="9067800"/>
          </a:xfrm>
          <a:prstGeom prst="rect">
            <a:avLst/>
          </a:prstGeom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B8950BF4-9B03-33A1-6D2E-826B3BFA0CD7}"/>
              </a:ext>
            </a:extLst>
          </p:cNvPr>
          <p:cNvSpPr/>
          <p:nvPr/>
        </p:nvSpPr>
        <p:spPr>
          <a:xfrm rot="20700000">
            <a:off x="4853807" y="1364040"/>
            <a:ext cx="6613284" cy="14780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4000" dirty="0">
                <a:latin typeface="Noto Sans CJK JP Black" panose="020B0A00000000000000" pitchFamily="34" charset="-128"/>
                <a:ea typeface="Noto Sans CJK JP Black" panose="020B0A00000000000000" pitchFamily="34" charset="-128"/>
              </a:rPr>
              <a:t>まちがってます</a:t>
            </a:r>
            <a:r>
              <a:rPr kumimoji="1" lang="ja-JP" altLang="en-US" sz="4000" dirty="0">
                <a:latin typeface="M+ 2p black" panose="020B0803020203020204" pitchFamily="50" charset="-128"/>
                <a:ea typeface="M+ 2p black" panose="020B0803020203020204" pitchFamily="50" charset="-128"/>
                <a:cs typeface="M+ 2p black" panose="020B0803020203020204" pitchFamily="50" charset="-128"/>
              </a:rPr>
              <a:t>ｗ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4</Words>
  <Application>Microsoft Office PowerPoint</Application>
  <PresentationFormat>ユーザー設定</PresentationFormat>
  <Paragraphs>2</Paragraphs>
  <Slides>14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14</vt:i4>
      </vt:variant>
    </vt:vector>
  </HeadingPairs>
  <TitlesOfParts>
    <vt:vector size="19" baseType="lpstr">
      <vt:lpstr>M+ 2p black</vt:lpstr>
      <vt:lpstr>Noto Sans CJK JP Black</vt:lpstr>
      <vt:lpstr>Arial</vt:lpstr>
      <vt:lpstr>Calibri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久保田 貴也</cp:lastModifiedBy>
  <cp:revision>2</cp:revision>
  <dcterms:created xsi:type="dcterms:W3CDTF">2006-08-16T00:00:00Z</dcterms:created>
  <dcterms:modified xsi:type="dcterms:W3CDTF">2026-10-22T11:08:32Z</dcterms:modified>
</cp:coreProperties>
</file>