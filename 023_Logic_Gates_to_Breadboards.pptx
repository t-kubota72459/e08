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88" y="10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3B0FB0C-CDBC-AC6E-0A2C-C17AFC0CB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00" y="4038600"/>
            <a:ext cx="6819900" cy="47506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5943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162C3C"/>
                </a:solidFill>
                <a:latin typeface="Noto Sans CJK JP"/>
                <a:ea typeface="Noto Sans CJK JP"/>
              </a:rPr>
              <a:t>ツールボックスの使い方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37160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5600" b="1" dirty="0" err="1">
                <a:solidFill>
                  <a:srgbClr val="162C3C"/>
                </a:solidFill>
                <a:latin typeface="Noto Sans CJK JP"/>
                <a:ea typeface="Noto Sans CJK JP"/>
              </a:rPr>
              <a:t>電子部品専用</a:t>
            </a:r>
            <a:endParaRPr sz="5600" b="1" dirty="0">
              <a:solidFill>
                <a:srgbClr val="162C3C"/>
              </a:solidFill>
              <a:latin typeface="Noto Sans CJK JP"/>
              <a:ea typeface="Noto Sans CJK JP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1323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000" b="1" dirty="0" err="1">
                <a:solidFill>
                  <a:srgbClr val="B43B32"/>
                </a:solidFill>
                <a:latin typeface="Noto Sans CJK JP"/>
                <a:ea typeface="Noto Sans CJK JP"/>
              </a:rPr>
              <a:t>入れてはいけないもの</a:t>
            </a:r>
            <a:endParaRPr sz="3000" b="1" dirty="0">
              <a:solidFill>
                <a:srgbClr val="B43B32"/>
              </a:solidFill>
              <a:latin typeface="Noto Sans CJK JP"/>
              <a:ea typeface="Noto Sans CJK JP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7040880" cy="18671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600" b="1" dirty="0" err="1">
                <a:solidFill>
                  <a:srgbClr val="253746"/>
                </a:solidFill>
                <a:latin typeface="Noto Sans CJK JP"/>
                <a:ea typeface="Noto Sans CJK JP"/>
              </a:rPr>
              <a:t>教科書・資料</a:t>
            </a:r>
            <a:endParaRPr sz="3600" b="1" dirty="0">
              <a:solidFill>
                <a:srgbClr val="253746"/>
              </a:solidFill>
              <a:latin typeface="Noto Sans CJK JP"/>
              <a:ea typeface="Noto Sans CJK JP"/>
            </a:endParaRPr>
          </a:p>
          <a:p>
            <a:pPr>
              <a:spcAft>
                <a:spcPts val="800"/>
              </a:spcAft>
            </a:pPr>
            <a:r>
              <a:rPr sz="3600" b="1" dirty="0" err="1">
                <a:solidFill>
                  <a:srgbClr val="253746"/>
                </a:solidFill>
                <a:latin typeface="Noto Sans CJK JP"/>
                <a:ea typeface="Noto Sans CJK JP"/>
              </a:rPr>
              <a:t>筆記具・テスタ</a:t>
            </a:r>
            <a:r>
              <a:rPr sz="3600" b="1" dirty="0">
                <a:solidFill>
                  <a:srgbClr val="253746"/>
                </a:solidFill>
                <a:latin typeface="Noto Sans CJK JP"/>
                <a:ea typeface="Noto Sans CJK JP"/>
              </a:rPr>
              <a:t>ー</a:t>
            </a:r>
            <a:endParaRPr lang="en-US" sz="3600" b="1" dirty="0">
              <a:solidFill>
                <a:srgbClr val="253746"/>
              </a:solidFill>
              <a:latin typeface="Noto Sans CJK JP"/>
              <a:ea typeface="Noto Sans CJK JP"/>
            </a:endParaRPr>
          </a:p>
          <a:p>
            <a:pPr>
              <a:spcAft>
                <a:spcPts val="800"/>
              </a:spcAft>
            </a:pPr>
            <a:r>
              <a:rPr lang="ja-JP" altLang="en-US" sz="3600" b="1" dirty="0">
                <a:solidFill>
                  <a:srgbClr val="253746"/>
                </a:solidFill>
                <a:latin typeface="Noto Sans CJK JP"/>
                <a:ea typeface="Noto Sans CJK JP"/>
              </a:rPr>
              <a:t>電池</a:t>
            </a:r>
            <a:endParaRPr sz="3600" b="1" dirty="0">
              <a:solidFill>
                <a:srgbClr val="253746"/>
              </a:solidFill>
              <a:latin typeface="Noto Sans CJK JP"/>
              <a:ea typeface="Noto Sans CJK JP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7360920"/>
            <a:ext cx="73152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4000" b="1" dirty="0" err="1">
                <a:solidFill>
                  <a:srgbClr val="B43B32"/>
                </a:solidFill>
                <a:latin typeface="Noto Sans CJK JP"/>
                <a:ea typeface="Noto Sans CJK JP"/>
              </a:rPr>
              <a:t>自分のロッカーにしない</a:t>
            </a:r>
            <a:r>
              <a:rPr sz="4000" b="1" dirty="0">
                <a:solidFill>
                  <a:srgbClr val="B43B32"/>
                </a:solidFill>
                <a:latin typeface="Noto Sans CJK JP"/>
                <a:ea typeface="Noto Sans CJK JP"/>
              </a:rPr>
              <a:t>！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AE8EC8A-EFAC-9921-49E6-2F43F6FA41B6}"/>
              </a:ext>
            </a:extLst>
          </p:cNvPr>
          <p:cNvSpPr txBox="1"/>
          <p:nvPr/>
        </p:nvSpPr>
        <p:spPr>
          <a:xfrm>
            <a:off x="889000" y="2971800"/>
            <a:ext cx="14935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lang="ja-JP" altLang="ja-JP" sz="3600" dirty="0"/>
              <a:t>ブレッドボード、</a:t>
            </a:r>
            <a:r>
              <a:rPr lang="ja-JP" altLang="en-US" sz="3600" dirty="0"/>
              <a:t>空の</a:t>
            </a:r>
            <a:r>
              <a:rPr lang="ja-JP" altLang="ja-JP" sz="3600" dirty="0"/>
              <a:t>電池ボックス、IC、LED、抵抗、コンデンサ、作りかけ回路</a:t>
            </a:r>
            <a:endParaRPr sz="3600" b="1" dirty="0">
              <a:solidFill>
                <a:srgbClr val="253746"/>
              </a:solidFill>
              <a:latin typeface="Noto Sans CJK JP"/>
              <a:ea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22235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EC48-F07E-9A7E-244C-A6AD13E4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480021-A626-702D-6EAA-917F4DA6DBF7}"/>
              </a:ext>
            </a:extLst>
          </p:cNvPr>
          <p:cNvSpPr txBox="1"/>
          <p:nvPr/>
        </p:nvSpPr>
        <p:spPr>
          <a:xfrm>
            <a:off x="777240" y="594360"/>
            <a:ext cx="146304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ja-JP" sz="4200" b="1" dirty="0">
                <a:solidFill>
                  <a:srgbClr val="162C3C"/>
                </a:solidFill>
                <a:latin typeface="Noto Sans CJK JP"/>
                <a:ea typeface="Noto Sans CJK JP"/>
              </a:rPr>
              <a:t>20</a:t>
            </a:r>
            <a:r>
              <a:rPr lang="ja-JP" altLang="en-US" sz="4200" b="1" dirty="0">
                <a:solidFill>
                  <a:srgbClr val="162C3C"/>
                </a:solidFill>
                <a:latin typeface="Noto Sans CJK JP"/>
                <a:ea typeface="Noto Sans CJK JP"/>
              </a:rPr>
              <a:t>分前　実習終了チェック</a:t>
            </a:r>
            <a:endParaRPr sz="4200" b="1" dirty="0">
              <a:solidFill>
                <a:srgbClr val="162C3C"/>
              </a:solidFill>
              <a:latin typeface="Noto Sans CJK JP"/>
              <a:ea typeface="Noto Sans CJK JP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113D528-15D3-C6FF-7816-154BDA9BFF4F}"/>
              </a:ext>
            </a:extLst>
          </p:cNvPr>
          <p:cNvSpPr txBox="1"/>
          <p:nvPr/>
        </p:nvSpPr>
        <p:spPr>
          <a:xfrm>
            <a:off x="889000" y="2057400"/>
            <a:ext cx="13716000" cy="63810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857250" lvl="0" indent="-8572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ja-JP" altLang="ja-JP" sz="5400" b="1" dirty="0"/>
              <a:t>電源OFF</a:t>
            </a:r>
          </a:p>
          <a:p>
            <a:pPr marL="857250" lvl="0" indent="-8572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ja-JP" altLang="ja-JP" sz="5400" b="1" dirty="0"/>
              <a:t>電池を抜いて所定位置へ戻す</a:t>
            </a:r>
          </a:p>
          <a:p>
            <a:pPr marL="857250" lvl="0" indent="-8572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ja-JP" altLang="ja-JP" sz="5400" dirty="0"/>
              <a:t>テスターは専用ボックスへ</a:t>
            </a:r>
          </a:p>
          <a:p>
            <a:pPr marL="857250" lvl="0" indent="-8572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ja-JP" altLang="ja-JP" sz="5400" dirty="0"/>
              <a:t>工具は机のホルダーへ</a:t>
            </a:r>
          </a:p>
          <a:p>
            <a:pPr marL="857250" lvl="0" indent="-8572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ja-JP" altLang="ja-JP" sz="5400" dirty="0"/>
              <a:t>余ったジャンパ線は仕切りへ戻す</a:t>
            </a:r>
          </a:p>
          <a:p>
            <a:pPr marL="857250" lvl="0" indent="-8572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ja-JP" altLang="ja-JP" sz="5400" dirty="0"/>
              <a:t>作りかけ</a:t>
            </a:r>
            <a:r>
              <a:rPr lang="ja-JP" altLang="en-US" sz="5400" dirty="0"/>
              <a:t>の</a:t>
            </a:r>
            <a:r>
              <a:rPr lang="ja-JP" altLang="ja-JP" sz="5400" dirty="0"/>
              <a:t>回路はそのまま個人ケースへ</a:t>
            </a:r>
          </a:p>
        </p:txBody>
      </p:sp>
    </p:spTree>
    <p:extLst>
      <p:ext uri="{BB962C8B-B14F-4D97-AF65-F5344CB8AC3E}">
        <p14:creationId xmlns:p14="http://schemas.microsoft.com/office/powerpoint/2010/main" val="275950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</Words>
  <Application>Microsoft Office PowerPoint</Application>
  <PresentationFormat>ユーザー設定</PresentationFormat>
  <Paragraphs>15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Noto Sans CJK JP</vt:lpstr>
      <vt:lpstr>Arial</vt:lpstr>
      <vt:lpstr>Calibri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久保田 貴也</cp:lastModifiedBy>
  <cp:revision>2</cp:revision>
  <dcterms:created xsi:type="dcterms:W3CDTF">2006-08-16T00:00:00Z</dcterms:created>
  <dcterms:modified xsi:type="dcterms:W3CDTF">2026-10-08T14:18:50Z</dcterms:modified>
</cp:coreProperties>
</file>