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174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電子工学概論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646920" y="1463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174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　理解度確認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438912"/>
            <a:ext cx="11521440" cy="0"/>
          </a:xfrm>
          <a:prstGeom prst="line">
            <a:avLst/>
          </a:prstGeom>
          <a:noFill/>
          <a:ln w="12700">
            <a:solidFill>
              <a:srgbClr val="CAD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2179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Logisimで自力設計：ちょうど2つが1なら Y=1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29768" y="11887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4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多数決回路をまねずに、「仕様 → 真理値表 → 回路」をもう一度、自分で1周する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382219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5240">
            <a:solidFill>
              <a:srgbClr val="CAD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47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課題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2286000"/>
            <a:ext cx="3364992" cy="804672"/>
          </a:xfrm>
          <a:prstGeom prst="roundRect">
            <a:avLst>
              <a:gd name="adj" fmla="val 5682"/>
            </a:avLst>
          </a:prstGeom>
          <a:solidFill>
            <a:srgbClr val="FFF2E8"/>
          </a:solidFill>
          <a:ln w="12700">
            <a:solidFill>
              <a:srgbClr val="F6C6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14016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C3A"/>
                </a:solidFill>
              </a:rPr>
              <a:t>A・B・C のうち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02C3A"/>
                </a:solidFill>
              </a:rPr>
              <a:t>ちょうど2つだけが 1 のとき Y=1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329184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7487"/>
                </a:solidFill>
              </a:rPr>
              <a:t>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3218688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0,1,1  → 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1,0,1  → 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1,1,0  → 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1,1,1  →  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" y="4462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5B5"/>
                </a:solidFill>
              </a:rPr>
              <a:t>使うゲート：AND / OR / NOT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" y="47731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487"/>
                </a:solidFill>
              </a:rPr>
              <a:t>※ XORゲートは使わない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62272" y="1664208"/>
            <a:ext cx="2926080" cy="34564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CAD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8470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① 真理値表を完成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09744" y="2304288"/>
            <a:ext cx="502920" cy="283464"/>
          </a:xfrm>
          <a:prstGeom prst="rect">
            <a:avLst/>
          </a:prstGeom>
          <a:solidFill>
            <a:srgbClr val="E8EEF5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2313432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12664" y="2304288"/>
            <a:ext cx="502920" cy="283464"/>
          </a:xfrm>
          <a:prstGeom prst="rect">
            <a:avLst/>
          </a:prstGeom>
          <a:solidFill>
            <a:srgbClr val="E8EEF5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2664" y="2313432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15584" y="2304288"/>
            <a:ext cx="502920" cy="283464"/>
          </a:xfrm>
          <a:prstGeom prst="rect">
            <a:avLst/>
          </a:prstGeom>
          <a:solidFill>
            <a:srgbClr val="E8EEF5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15584" y="2313432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18504" y="2304288"/>
            <a:ext cx="502920" cy="283464"/>
          </a:xfrm>
          <a:prstGeom prst="rect">
            <a:avLst/>
          </a:prstGeom>
          <a:solidFill>
            <a:srgbClr val="E8EEF5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2313432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09744" y="2587752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2596896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312664" y="2587752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12664" y="2596896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815584" y="2587752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15584" y="2596896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18504" y="2587752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504" y="2596896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09744" y="2871216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2880360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312664" y="2871216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12664" y="2880360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815584" y="2871216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15584" y="2880360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318504" y="2871216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2880360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809744" y="3154680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3163824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312664" y="3154680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12664" y="3163824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815584" y="3154680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15584" y="3163824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318504" y="3154680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8504" y="3163824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809744" y="3438144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344728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312664" y="3438144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12664" y="344728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815584" y="3438144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15584" y="344728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318504" y="3438144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18504" y="344728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4809744" y="3721608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9744" y="3730752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5312664" y="3721608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12664" y="3730752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5815584" y="3721608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15584" y="3730752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318504" y="3721608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18504" y="3730752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4809744" y="4005072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9744" y="4014216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5312664" y="4005072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12664" y="4014216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5815584" y="4005072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15584" y="4014216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6318504" y="4005072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18504" y="4014216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4809744" y="4288536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09744" y="4297680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5312664" y="4288536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12664" y="4297680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5815584" y="4288536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15584" y="4297680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6318504" y="4288536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18504" y="4297680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81" name="Shape 79"/>
          <p:cNvSpPr/>
          <p:nvPr/>
        </p:nvSpPr>
        <p:spPr>
          <a:xfrm>
            <a:off x="4809744" y="4572000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9744" y="4581144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83" name="Shape 81"/>
          <p:cNvSpPr/>
          <p:nvPr/>
        </p:nvSpPr>
        <p:spPr>
          <a:xfrm>
            <a:off x="5312664" y="4572000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312664" y="4581144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85" name="Shape 83"/>
          <p:cNvSpPr/>
          <p:nvPr/>
        </p:nvSpPr>
        <p:spPr>
          <a:xfrm>
            <a:off x="5815584" y="4572000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815584" y="4581144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02C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50" dirty="0"/>
          </a:p>
        </p:txBody>
      </p:sp>
      <p:sp>
        <p:nvSpPr>
          <p:cNvPr id="87" name="Shape 85"/>
          <p:cNvSpPr/>
          <p:nvPr/>
        </p:nvSpPr>
        <p:spPr>
          <a:xfrm>
            <a:off x="6318504" y="4572000"/>
            <a:ext cx="50292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AEBCC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18504" y="4581144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89" name="Text 87"/>
          <p:cNvSpPr/>
          <p:nvPr/>
        </p:nvSpPr>
        <p:spPr>
          <a:xfrm>
            <a:off x="4864608" y="488289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17487"/>
                </a:solidFill>
              </a:rPr>
              <a:t>Y=1 の行を見つける</a:t>
            </a:r>
            <a:endParaRPr lang="en-US" sz="1080" dirty="0"/>
          </a:p>
        </p:txBody>
      </p:sp>
      <p:sp>
        <p:nvSpPr>
          <p:cNvPr id="90" name="Shape 88"/>
          <p:cNvSpPr/>
          <p:nvPr/>
        </p:nvSpPr>
        <p:spPr>
          <a:xfrm>
            <a:off x="7589520" y="1664208"/>
            <a:ext cx="4133088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5240">
            <a:solidFill>
              <a:srgbClr val="CAD6E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827264" y="184708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② Logisim Evolutionで作る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7882128" y="2395728"/>
            <a:ext cx="384048" cy="38404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82128" y="24140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</a:t>
            </a:r>
            <a:endParaRPr lang="en-US" sz="1250" dirty="0"/>
          </a:p>
        </p:txBody>
      </p:sp>
      <p:sp>
        <p:nvSpPr>
          <p:cNvPr id="94" name="Text 92"/>
          <p:cNvSpPr/>
          <p:nvPr/>
        </p:nvSpPr>
        <p:spPr>
          <a:xfrm>
            <a:off x="8394192" y="2386584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C3A"/>
                </a:solidFill>
              </a:rPr>
              <a:t>入力 A / B / C と出力 Y を置く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7882128" y="3008376"/>
            <a:ext cx="384048" cy="38404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882128" y="302666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</a:t>
            </a:r>
            <a:endParaRPr lang="en-US" sz="1250" dirty="0"/>
          </a:p>
        </p:txBody>
      </p:sp>
      <p:sp>
        <p:nvSpPr>
          <p:cNvPr id="97" name="Text 95"/>
          <p:cNvSpPr/>
          <p:nvPr/>
        </p:nvSpPr>
        <p:spPr>
          <a:xfrm>
            <a:off x="8394192" y="2999232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C3A"/>
                </a:solidFill>
              </a:rPr>
              <a:t>Y=1 の条件を AND / NOT で作る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7882128" y="3621024"/>
            <a:ext cx="384048" cy="38404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882128" y="36393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</a:t>
            </a:r>
            <a:endParaRPr lang="en-US" sz="1250" dirty="0"/>
          </a:p>
        </p:txBody>
      </p:sp>
      <p:sp>
        <p:nvSpPr>
          <p:cNvPr id="100" name="Text 98"/>
          <p:cNvSpPr/>
          <p:nvPr/>
        </p:nvSpPr>
        <p:spPr>
          <a:xfrm>
            <a:off x="8394192" y="3611880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C3A"/>
                </a:solidFill>
              </a:rPr>
              <a:t>条件を OR でまとめる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7882128" y="4233672"/>
            <a:ext cx="384048" cy="384048"/>
          </a:xfrm>
          <a:prstGeom prst="ellipse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82128" y="425196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</a:t>
            </a:r>
            <a:endParaRPr lang="en-US" sz="1250" dirty="0"/>
          </a:p>
        </p:txBody>
      </p:sp>
      <p:sp>
        <p:nvSpPr>
          <p:cNvPr id="103" name="Text 101"/>
          <p:cNvSpPr/>
          <p:nvPr/>
        </p:nvSpPr>
        <p:spPr>
          <a:xfrm>
            <a:off x="8394192" y="4224528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C3A"/>
                </a:solidFill>
              </a:rPr>
              <a:t>8通りすべて動作確認する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438912" y="5394960"/>
            <a:ext cx="11283696" cy="960120"/>
          </a:xfrm>
          <a:prstGeom prst="roundRect">
            <a:avLst>
              <a:gd name="adj" fmla="val 5714"/>
            </a:avLst>
          </a:prstGeom>
          <a:solidFill>
            <a:srgbClr val="EAF7F0"/>
          </a:solidFill>
          <a:ln w="15240">
            <a:solidFill>
              <a:srgbClr val="A8D7B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8368" y="56418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D67"/>
                </a:solidFill>
              </a:rPr>
              <a:t>提出</a:t>
            </a:r>
            <a:endParaRPr lang="en-US" sz="1800" dirty="0"/>
          </a:p>
        </p:txBody>
      </p:sp>
      <p:sp>
        <p:nvSpPr>
          <p:cNvPr id="106" name="Text 104"/>
          <p:cNvSpPr/>
          <p:nvPr/>
        </p:nvSpPr>
        <p:spPr>
          <a:xfrm>
            <a:off x="1463040" y="5577840"/>
            <a:ext cx="6355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C3A"/>
                </a:solidFill>
              </a:rPr>
              <a:t>完成した Logisim の回路ファイル（.circ）を、そのまま提出</a:t>
            </a:r>
            <a:endParaRPr lang="en-US" sz="1550" dirty="0"/>
          </a:p>
        </p:txBody>
      </p:sp>
      <p:sp>
        <p:nvSpPr>
          <p:cNvPr id="107" name="Text 105"/>
          <p:cNvSpPr/>
          <p:nvPr/>
        </p:nvSpPr>
        <p:spPr>
          <a:xfrm>
            <a:off x="7744968" y="5623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9D67"/>
                </a:solidFill>
              </a:rPr>
              <a:t>スクリーンショットではなく回路ファイル</a:t>
            </a:r>
            <a:endParaRPr lang="en-US" sz="1250" dirty="0"/>
          </a:p>
        </p:txBody>
      </p:sp>
      <p:sp>
        <p:nvSpPr>
          <p:cNvPr id="108" name="Text 106"/>
          <p:cNvSpPr/>
          <p:nvPr/>
        </p:nvSpPr>
        <p:spPr>
          <a:xfrm>
            <a:off x="1463040" y="59253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487"/>
                </a:solidFill>
              </a:rPr>
              <a:t>ファイル名例：学籍番号_ちょうど2つ.circ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電子工学概論2026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ちょうど2つが1になる回路</dc:title>
  <dc:subject>電子工学概論 第4回 Logisim理解度確認</dc:subject>
  <dc:creator>OpenAI</dc:creator>
  <cp:lastModifiedBy>OpenAI</cp:lastModifiedBy>
  <cp:revision>1</cp:revision>
  <dcterms:created xsi:type="dcterms:W3CDTF">2026-10-22T11:57:26Z</dcterms:created>
  <dcterms:modified xsi:type="dcterms:W3CDTF">2026-10-22T11:57:26Z</dcterms:modified>
</cp:coreProperties>
</file>