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71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8A"/>
          </a:solidFill>
          <a:ln w="12700">
            <a:solidFill>
              <a:srgbClr val="2F6B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電子工学概論 2026　｜　第1回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身の回りにある電子回路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95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1人1枚　／　発表 1〜2分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0" y="3474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24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氏名：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92440" y="594360"/>
            <a:ext cx="1554480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738360" y="3474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24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機器名：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424160" y="594360"/>
            <a:ext cx="1188720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AAB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85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写真 または 図を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A85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ここに入れる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4015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8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1枚でよい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2344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この機器を「入力 → 処理 → 出力」で見てみよう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77640" y="1755648"/>
            <a:ext cx="2148840" cy="2514600"/>
          </a:xfrm>
          <a:prstGeom prst="roundRect">
            <a:avLst>
              <a:gd name="adj" fmla="val 2128"/>
            </a:avLst>
          </a:prstGeom>
          <a:solidFill>
            <a:srgbClr val="E9F2F8"/>
          </a:solidFill>
          <a:ln w="17780">
            <a:solidFill>
              <a:srgbClr val="5A8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142232" y="1920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31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42232" y="2395728"/>
            <a:ext cx="181051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485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外から何を受け取る？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485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例：ボタン、温度、光、音、画像、センサー信号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1755648"/>
            <a:ext cx="2148840" cy="2514600"/>
          </a:xfrm>
          <a:prstGeom prst="roundRect">
            <a:avLst>
              <a:gd name="adj" fmla="val 2128"/>
            </a:avLst>
          </a:prstGeom>
          <a:solidFill>
            <a:srgbClr val="EDF5EA"/>
          </a:solidFill>
          <a:ln w="17780">
            <a:solidFill>
              <a:srgbClr val="6F9C6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656832" y="1920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31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処理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35240" y="19659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PROCESS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56832" y="2395728"/>
            <a:ext cx="181051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485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中で何をする？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485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例：比較する、判断する、計算する、順番を決める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6840" y="1755648"/>
            <a:ext cx="2148840" cy="2514600"/>
          </a:xfrm>
          <a:prstGeom prst="roundRect">
            <a:avLst>
              <a:gd name="adj" fmla="val 2128"/>
            </a:avLst>
          </a:prstGeom>
          <a:solidFill>
            <a:srgbClr val="FFF3E6"/>
          </a:solidFill>
          <a:ln w="17780">
            <a:solidFill>
              <a:srgbClr val="C58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171432" y="1920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313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49840" y="19659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OUTPUT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71432" y="2395728"/>
            <a:ext cx="181051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F485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外へ何を出す？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F485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例：画面、音、LED、ヒータ、モータ、弁の開閉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9632" y="2724912"/>
            <a:ext cx="237744" cy="502920"/>
          </a:xfrm>
          <a:prstGeom prst="chevron">
            <a:avLst/>
          </a:prstGeom>
          <a:solidFill>
            <a:srgbClr val="A7B1BB"/>
          </a:solidFill>
          <a:ln w="12700">
            <a:solidFill>
              <a:srgbClr val="A7B1B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714232" y="2724912"/>
            <a:ext cx="237744" cy="502920"/>
          </a:xfrm>
          <a:prstGeom prst="chevron">
            <a:avLst/>
          </a:prstGeom>
          <a:solidFill>
            <a:srgbClr val="A7B1BB"/>
          </a:solidFill>
          <a:ln w="12700">
            <a:solidFill>
              <a:srgbClr val="A7B1B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977640" y="4553712"/>
            <a:ext cx="740664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C7CE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160520" y="4681728"/>
            <a:ext cx="690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この機器の中で、コンピュータ／電子回路がしていそうなこと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60520" y="50109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1〜2文で書く：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66360" y="5212080"/>
            <a:ext cx="5897880" cy="0"/>
          </a:xfrm>
          <a:prstGeom prst="line">
            <a:avLst/>
          </a:prstGeom>
          <a:noFill/>
          <a:ln w="12700">
            <a:solidFill>
              <a:srgbClr val="B8C0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58368" y="5806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提出前チェック： □ 写真/図1枚　□ 入力1つ以上　□ 処理1つ以上　□ 出力1つ以上　□ 最後の欄を1〜2文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6126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発表順：①機器名 → ②入力 → ③処理 → ④出力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ワイド画面</PresentationFormat>
  <Paragraphs>29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Noto Sans CJK JP</vt:lpstr>
      <vt:lpstr>Arial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身の回りにある電子回路</dc:title>
  <dc:subject>第1回 身の回りにある電子回路 プレゼンテンプレート</dc:subject>
  <dc:creator>電子工学概論 2026</dc:creator>
  <cp:lastModifiedBy>久保田 貴也</cp:lastModifiedBy>
  <cp:revision>2</cp:revision>
  <dcterms:created xsi:type="dcterms:W3CDTF">2026-09-15T07:24:43Z</dcterms:created>
  <dcterms:modified xsi:type="dcterms:W3CDTF">2026-09-15T07:28:44Z</dcterms:modified>
</cp:coreProperties>
</file>